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Nazava Analytics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AI-Powered E-Commerce Intelligence for Shopee Sellers\n\nNovember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Shopee sellers face critical challenges: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Multiple disconnected data sources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No unified analytics platform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Difficulty forecasting sales accurately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Inefficient promotional spend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Business Impact: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Lost revenue opportunities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Poor inventory planning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Reactive decision making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Wasted marketing budget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Our Solution: Nazava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Three-Pillar Approach: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1. Data Pipeline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58 weeks of comprehensive data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12 data sources unified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Automated cleaning &amp;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2. AI Models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89.18% forecasting accuracy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Adaptive learning system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Spend optimization engine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3. Interactive Dashboard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17 pages of real-time insights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Production-ready deployment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Sales Performance: 58-Week Trend</a:t>
            </a:r>
          </a:p>
        </p:txBody>
      </p:sp>
      <p:pic>
        <p:nvPicPr>
          <p:cNvPr id="4" name="Picture 3" descr="sale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Key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Revenue (58 weeks):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Total Sales: IDR 1.73 Billion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Average Weekly: IDR 29.87M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Peak Week: IDR 67.87M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Growth: +47.5% (H1 vs H2)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Customer Metrics: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Total Buyers: 12,350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Sales per Buyer: IDR 140,276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Total Products Sold: 32,648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Traffic: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Total Visitors: 1.75M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Products Viewed: 5.7M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Avg Time: 1.25 minutes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Traffic Analysis Dashboard</a:t>
            </a:r>
          </a:p>
        </p:txBody>
      </p:sp>
      <p:pic>
        <p:nvPicPr>
          <p:cNvPr id="4" name="Picture 3" descr="traffic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Campaign ROI Analysis</a:t>
            </a:r>
          </a:p>
        </p:txBody>
      </p:sp>
      <p:pic>
        <p:nvPicPr>
          <p:cNvPr id="4" name="Picture 3" descr="campaign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Campaign Performance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Flash Sales - Best ROI: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Revenue: IDR 233M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Orders: 1,138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ROI: 5.2x 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Vouchers - Strong Performance: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Cost: IDR 123M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Orders: 1,170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ROI: 4.5x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Live Streams - Growth Potential: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ROI: 3.8x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High engagement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Recommendation: Prioritize flash sales for maximum ROI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AI Model: Sales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XGBoost Machine Learning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Performance Metrics: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89.18% Accuracy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MAPE: 10.82%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R²: 0.9742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75% predictions within 20% error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Features (25+):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Time-based: Week, month, seasonality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Sales patterns: Lags, rolling averages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Marketing: Ad spend, promotions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Interactions: Product-buyer ratios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Validation: 80/20 split, 5-fold cross-validation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6-Month Sales Forecast</a:t>
            </a:r>
          </a:p>
        </p:txBody>
      </p:sp>
      <p:pic>
        <p:nvPicPr>
          <p:cNvPr id="4" name="Picture 3" descr="forec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Forecast Results &amp; 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6-Month Prediction (Dec 2025 - Jun 2026):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Total Forecast: IDR 0.83 Billion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Average Weekly: IDR 31.82M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Confidence: 89.18%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Business Applications: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Inventory Planning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Cash Flow Management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Staffing Optimization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Marketing Budget Allocation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Impact: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40% improvement over baseline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Saves 10+ hours/week in manual forecasting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 Drives Sales? Feature Importance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Key Sales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Top 5 Features: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1. Products Sold (37.14%)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Inventory breadth is critical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2. Total Buyers (31.25%)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Customer acquisition drives revenue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3. Product Sales (16.95%)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Revenue per product matters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4. Sales Trend (4.58%)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Momentum indicator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5. Total Ad Spend (2.45%)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Marketing investment impact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Insight: Focus on product variety and customer base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Innovation: Adaptive Learning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Self-Learning AI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Capabilities: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Automatically retrains with new weekly data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Learns from campaign results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Adapts to seasonal changes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Version control &amp; rollback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How It Works: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1. New week data arrives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2. Model retrains on expanded dataset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3. Performance validated (85%+ threshold)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4. Auto-update if quality maintained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5. Track performance over time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Innovation: First Shopee platform with self-learning 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Innovation: Spend Optimizer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AI-Powered Budget Allocation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Features: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Test different spend scenarios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Predict sales, profit, ROI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Compare multiple allocations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AI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Optimization Results: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Conservative: 4.2x ROI, IDR 22M profit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Balanced: 4.7x ROI, IDR 26M profit ⭐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Aggressive: 4.3x ROI, IDR 28M profit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Recommendation: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Balanced allocation maximizes ROI efficiency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Interactive dashboard page for real-time testing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Interactive Dashboard: 17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Core Analytics: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Overview - KPIs and trends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Traffic Analysis - Visitor behavior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Sales Performance - Revenue metrics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Campaign Analytics - ROI tracking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Customer Service - CSAT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Advanced Features: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Sales Forecast - 6-month predictions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Customer Segments - RFM analysis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Product Recommendations - AI-powered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Innovation (NEW):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Adaptive Learning - Self-improving model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Spend Optimizer - Budget allocation tool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Access: http://localhost:8501 | Login: admin/admin123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Judge Questions - Answered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Q3a: Dashboard connected to Shopee API?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Uses historical data for demo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Architecture ready for API integration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Have QA credentials for production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Q3b: Can it self-learn?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YES! Adaptive Learning page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Auto-retrains with new weekly data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Version control &amp; performance tracking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Demonstrated in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Q3c: Can it optimize spend?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YES! Spend Optimizer page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Test different budget scenarios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AI-powered ROI recommendations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Interactive scenario analysis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Data Layer: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CSV ingestion &amp; automated cleaning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Weekly aggregation pipeline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12 data sources unified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Model Layer: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XGBoost forecaster (89.18% accuracy)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Adaptive learning system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Spend optimization engine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25+ engineered features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Presentation Layer: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Streamlit dashboard (17 pages)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Plotly interactive visualizations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Real-time predictions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Deployment: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GitHub: github.com/taranggoyal70/nazava-analytics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Cloud-ready architecture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Business Impact &amp;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Operational Efficiency: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40% reduction in forecasting error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10+ hours/week saved in reporting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Real-time campaign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Revenue Optimization: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Optimal spend identified (4.7x ROI)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6-month sales predictions (89% accuracy)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Reduced inventory waste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Strategic Insights: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Understand key sales drivers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Optimize marketing budget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✅ Data-driven decision making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Competitive Advantage: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First adaptive learning platform for Shopee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Production-ready from day one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✅ Data Pipeline: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12 cleaned datasets, 58 weeks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Automated processing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✅ AI Models: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Sales forecasting (89.18% accuracy)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Adaptive learning system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Spend optimizer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✅ Dashboard: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17 interactive pages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Real-time analytics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Production-ready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✅ Documentation: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README, SETUP guides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Jupyter notebooks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Sample data included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✅ Deployment: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GitHub repository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One-command setup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Dashboard Access: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URL: http://localhost:8501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Login: admin / admin123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GitHub: github.com/taranggoyal70/nazava-analytics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Demo Flow: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1. Overview - KPIs and trends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2. Sales Forecast - 6-month prediction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3. Adaptive Learning - Add data, retrain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4. Spend Optimizer - Test scenarios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5. Campaign Analytics - ROI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Try It: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git clone https://github.com/taranggoyal70/nazava-analytics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cd nazava-analytics/dashboard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streamlit run app.py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86AB"/>
          </a:solidFill>
          <a:ln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Problem: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Shopee sellers lack unified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Solution: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Nazava Analytics with AI-powered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Results: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89.18% forecasting accuracy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4.7x optimal ROI identified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Self-learning capability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17-page dashboard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Impact: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Better inventory planning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Optimized marketing spend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Data-driven decisions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12529"/>
                </a:solidFill>
              </a:defRPr>
            </a:pPr>
            <a:r>
              <a:t>  • Increased profitability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 b="1">
                <a:solidFill>
                  <a:srgbClr val="212529"/>
                </a:solidFill>
              </a:defRPr>
            </a:pPr>
            <a:r>
              <a:t>Innovation: First adaptive learning platform for Shopee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Questions?\n\nGitHub: github.com/taranggoyal70/nazava-analytics\nDashboard: http://localhost:8501\nLogin: admin / admin123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